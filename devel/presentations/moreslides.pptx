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060"/>
    <a:srgbClr val="262626"/>
    <a:srgbClr val="E78B7F"/>
    <a:srgbClr val="B85348"/>
    <a:srgbClr val="A8BFA9"/>
    <a:srgbClr val="5F7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068C-89D1-7323-17E3-0D16596E6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328F0-60C5-9F9B-1D22-86D3BE404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C247B-4683-E140-D535-682E9E49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387D9-496A-D5FE-76D5-EAE1A5DD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94BF-5804-B784-FE4F-07522A37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9427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CC64-A791-2788-82DF-F7E86520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FE6D8-B45B-BFAE-689F-E40E31C36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0B63-F194-D35B-4C87-309A6494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AE3DF-87EC-0279-6067-91A1467A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059D7-7878-D8CC-8028-A6F07CB7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388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22D8-412A-B04B-2A37-0C1E7C67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145B3-A984-5BE5-D711-06FE23437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278F-6C1B-B9C0-ACC6-DC520613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AD6E-1F67-30D3-FF22-A6E8E31C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D45F-54C7-267F-87F7-00B19A10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1441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0202-972A-AF66-D181-D51D1719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D6FF-8732-B1E0-31DD-AD4A7A441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02B4F-333E-8676-3C0C-BCEB92C88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991C4-3258-33E7-4A03-CE0B836D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F90C3-9177-1102-93C8-D7C1DDE6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6CB2E-3392-F10D-F98C-A5AD9825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1593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71CC-27E9-567F-57DF-B9A8CE42E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F388D-5D70-EC93-149E-6B3A8C5E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FC1B0-2C2F-4970-774E-7AEA4BB1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F6151-577C-55EB-B746-00E72A3E8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1E2B3-97F1-D409-3469-37F46A535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AA3D5-8167-E3A9-9395-0C99E96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A6529-FEA7-0ED3-9A8F-CD86DF68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6978A-ACEB-6148-701B-E18D26FC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9392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0037-88BF-9647-61E6-0717CC36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FBC80-6789-8910-C081-DF2BF296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C87E9-9F8B-3063-9707-771C50D1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BD808-7F4F-6FA6-5A08-56C88EB7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4403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503B0-0A88-75A1-CA5A-225F7DE1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D4B94-F1E0-4FD1-743C-304378A6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5D9F5-1712-349F-58A7-C2E8F8DB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50852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1936-6588-19FB-172A-8E8EC3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85CD-A031-853F-580E-3D1B5DF3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5A3AA-A36B-3FD1-AB62-98A346CE7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2A37C-7FBF-47CF-0415-109102A6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C78FA-5D4B-F349-1132-4BD94362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9F130-CFCF-B334-46C7-4D0579CB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1077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444E-0E63-1ABB-670D-BD69536F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BCEA3-2E0C-BF7E-B159-A90789D88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EA2F0-AE8D-93CF-D4DC-F83606BB0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2EE02-26EE-4365-F629-54665471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68AB7-9F5D-478E-31E2-8D6A548C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469CE-6B0C-6254-CC7D-5F1912F2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916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2D80-6B5E-7CCB-B39E-6C9DD995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C09C6-8B3F-01DF-7F90-9C75CDC9E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2A0E-E458-D264-E1E3-7666C534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6CF41-FCC2-87D6-98C2-C6E40981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5F2A2-0629-F924-C27D-B925A967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929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0CAC5-3303-A8F8-BD03-FF19E1285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DAACE-02D8-A40F-602F-8E84A2A7B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DB6F-D668-E102-0BC1-1615105E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193A6-AD0D-DAFB-6341-5CAA2F81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2844B-B354-DB84-EDEC-84397B11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6244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844A3-ED96-814D-B434-AA14F7C3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D4140-2275-FD4C-8913-87985E050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35B4-7D22-ECCF-6140-BAB820104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B7B4E-088E-224D-AE1E-654F7A37CD87}" type="datetimeFigureOut">
              <a:rPr lang="en-MX" smtClean="0"/>
              <a:t>25/08/26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E1D5A-2139-E259-2BD3-1BD5DFDDD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33F3-11A7-2BEE-AC5A-10A20C902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B7FA4-7A6B-9B47-A222-124DBE436445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834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5E6F86-9FDF-BD6A-C718-63D7DC4D81AD}"/>
              </a:ext>
            </a:extLst>
          </p:cNvPr>
          <p:cNvGrpSpPr/>
          <p:nvPr/>
        </p:nvGrpSpPr>
        <p:grpSpPr>
          <a:xfrm>
            <a:off x="1137825" y="1509159"/>
            <a:ext cx="8987284" cy="3076632"/>
            <a:chOff x="1137825" y="1509159"/>
            <a:chExt cx="8987284" cy="30766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EC1ADA2-2847-3541-D62D-C0D1D76E18C3}"/>
                </a:ext>
              </a:extLst>
            </p:cNvPr>
            <p:cNvGrpSpPr/>
            <p:nvPr/>
          </p:nvGrpSpPr>
          <p:grpSpPr>
            <a:xfrm>
              <a:off x="1137825" y="1832304"/>
              <a:ext cx="2272059" cy="1965974"/>
              <a:chOff x="1137825" y="1832304"/>
              <a:chExt cx="2272059" cy="196597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1FF0BA3B-FF70-054F-3A6B-540FFE0318CD}"/>
                  </a:ext>
                </a:extLst>
              </p:cNvPr>
              <p:cNvSpPr/>
              <p:nvPr/>
            </p:nvSpPr>
            <p:spPr>
              <a:xfrm>
                <a:off x="1137825" y="1832304"/>
                <a:ext cx="1557798" cy="1965974"/>
              </a:xfrm>
              <a:custGeom>
                <a:avLst/>
                <a:gdLst>
                  <a:gd name="csX0" fmla="*/ 778899 w 1557798"/>
                  <a:gd name="csY0" fmla="*/ 1297758 h 1965974"/>
                  <a:gd name="csX1" fmla="*/ 1554131 w 1557798"/>
                  <a:gd name="csY1" fmla="*/ 1929590 h 1965974"/>
                  <a:gd name="csX2" fmla="*/ 1557798 w 1557798"/>
                  <a:gd name="csY2" fmla="*/ 1965974 h 1965974"/>
                  <a:gd name="csX3" fmla="*/ 0 w 1557798"/>
                  <a:gd name="csY3" fmla="*/ 1965974 h 1965974"/>
                  <a:gd name="csX4" fmla="*/ 3668 w 1557798"/>
                  <a:gd name="csY4" fmla="*/ 1929590 h 1965974"/>
                  <a:gd name="csX5" fmla="*/ 778899 w 1557798"/>
                  <a:gd name="csY5" fmla="*/ 1297758 h 1965974"/>
                  <a:gd name="csX6" fmla="*/ 821215 w 1557798"/>
                  <a:gd name="csY6" fmla="*/ 0 h 1965974"/>
                  <a:gd name="csX7" fmla="*/ 1305781 w 1557798"/>
                  <a:gd name="csY7" fmla="*/ 357164 h 1965974"/>
                  <a:gd name="csX8" fmla="*/ 1329270 w 1557798"/>
                  <a:gd name="csY8" fmla="*/ 441307 h 1965974"/>
                  <a:gd name="csX9" fmla="*/ 1399291 w 1557798"/>
                  <a:gd name="csY9" fmla="*/ 635622 h 1965974"/>
                  <a:gd name="csX10" fmla="*/ 1342500 w 1557798"/>
                  <a:gd name="csY10" fmla="*/ 635622 h 1965974"/>
                  <a:gd name="csX11" fmla="*/ 1338588 w 1557798"/>
                  <a:gd name="csY11" fmla="*/ 678780 h 1965974"/>
                  <a:gd name="csX12" fmla="*/ 1301185 w 1557798"/>
                  <a:gd name="csY12" fmla="*/ 671229 h 1965974"/>
                  <a:gd name="csX13" fmla="*/ 1117022 w 1557798"/>
                  <a:gd name="csY13" fmla="*/ 855392 h 1965974"/>
                  <a:gd name="csX14" fmla="*/ 1170962 w 1557798"/>
                  <a:gd name="csY14" fmla="*/ 985615 h 1965974"/>
                  <a:gd name="csX15" fmla="*/ 1190220 w 1557798"/>
                  <a:gd name="csY15" fmla="*/ 998599 h 1965974"/>
                  <a:gd name="csX16" fmla="*/ 1155733 w 1557798"/>
                  <a:gd name="csY16" fmla="*/ 1036044 h 1965974"/>
                  <a:gd name="csX17" fmla="*/ 821215 w 1557798"/>
                  <a:gd name="csY17" fmla="*/ 1169582 h 1965974"/>
                  <a:gd name="csX18" fmla="*/ 295322 w 1557798"/>
                  <a:gd name="csY18" fmla="*/ 584791 h 1965974"/>
                  <a:gd name="csX19" fmla="*/ 821215 w 1557798"/>
                  <a:gd name="csY19" fmla="*/ 0 h 19659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1557798" h="1965974">
                    <a:moveTo>
                      <a:pt x="778899" y="1297758"/>
                    </a:moveTo>
                    <a:cubicBezTo>
                      <a:pt x="1161298" y="1297758"/>
                      <a:pt x="1480344" y="1569005"/>
                      <a:pt x="1554131" y="1929590"/>
                    </a:cubicBezTo>
                    <a:lnTo>
                      <a:pt x="1557798" y="1965974"/>
                    </a:lnTo>
                    <a:lnTo>
                      <a:pt x="0" y="1965974"/>
                    </a:lnTo>
                    <a:lnTo>
                      <a:pt x="3668" y="1929590"/>
                    </a:lnTo>
                    <a:cubicBezTo>
                      <a:pt x="77454" y="1569005"/>
                      <a:pt x="396500" y="1297758"/>
                      <a:pt x="778899" y="1297758"/>
                    </a:cubicBezTo>
                    <a:close/>
                    <a:moveTo>
                      <a:pt x="821215" y="0"/>
                    </a:moveTo>
                    <a:cubicBezTo>
                      <a:pt x="1039047" y="0"/>
                      <a:pt x="1225946" y="147274"/>
                      <a:pt x="1305781" y="357164"/>
                    </a:cubicBezTo>
                    <a:lnTo>
                      <a:pt x="1329270" y="441307"/>
                    </a:lnTo>
                    <a:lnTo>
                      <a:pt x="1399291" y="635622"/>
                    </a:lnTo>
                    <a:lnTo>
                      <a:pt x="1342500" y="635622"/>
                    </a:lnTo>
                    <a:lnTo>
                      <a:pt x="1338588" y="678780"/>
                    </a:lnTo>
                    <a:lnTo>
                      <a:pt x="1301185" y="671229"/>
                    </a:lnTo>
                    <a:cubicBezTo>
                      <a:pt x="1199475" y="671229"/>
                      <a:pt x="1117022" y="753682"/>
                      <a:pt x="1117022" y="855392"/>
                    </a:cubicBezTo>
                    <a:cubicBezTo>
                      <a:pt x="1117022" y="906247"/>
                      <a:pt x="1137635" y="952288"/>
                      <a:pt x="1170962" y="985615"/>
                    </a:cubicBezTo>
                    <a:lnTo>
                      <a:pt x="1190220" y="998599"/>
                    </a:lnTo>
                    <a:lnTo>
                      <a:pt x="1155733" y="1036044"/>
                    </a:lnTo>
                    <a:cubicBezTo>
                      <a:pt x="1064827" y="1119468"/>
                      <a:pt x="948284" y="1169582"/>
                      <a:pt x="821215" y="1169582"/>
                    </a:cubicBezTo>
                    <a:cubicBezTo>
                      <a:pt x="530773" y="1169582"/>
                      <a:pt x="295322" y="907762"/>
                      <a:pt x="295322" y="584791"/>
                    </a:cubicBezTo>
                    <a:cubicBezTo>
                      <a:pt x="295322" y="261820"/>
                      <a:pt x="530773" y="0"/>
                      <a:pt x="821215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14E73853-936F-823A-1CC6-026723B5C718}"/>
                  </a:ext>
                </a:extLst>
              </p:cNvPr>
              <p:cNvSpPr/>
              <p:nvPr/>
            </p:nvSpPr>
            <p:spPr>
              <a:xfrm rot="13218017" flipH="1">
                <a:off x="2358336" y="2595462"/>
                <a:ext cx="262148" cy="266218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2EE961BB-607F-06E2-E6C1-9404E03223A3}"/>
                  </a:ext>
                </a:extLst>
              </p:cNvPr>
              <p:cNvSpPr/>
              <p:nvPr/>
            </p:nvSpPr>
            <p:spPr>
              <a:xfrm rot="13218017" flipH="1">
                <a:off x="2670881" y="2298652"/>
                <a:ext cx="318845" cy="323795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CA31DD09-BB5D-E987-824F-825EEB956F3F}"/>
                  </a:ext>
                </a:extLst>
              </p:cNvPr>
              <p:cNvSpPr/>
              <p:nvPr/>
            </p:nvSpPr>
            <p:spPr>
              <a:xfrm rot="13218017" flipH="1">
                <a:off x="2818812" y="2746555"/>
                <a:ext cx="167903" cy="170510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BFF37A1-6360-76FD-9A71-887B779FC8C1}"/>
                  </a:ext>
                </a:extLst>
              </p:cNvPr>
              <p:cNvSpPr/>
              <p:nvPr/>
            </p:nvSpPr>
            <p:spPr>
              <a:xfrm rot="13218017" flipH="1">
                <a:off x="3040123" y="1943938"/>
                <a:ext cx="262148" cy="266218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196C2B-97DB-051D-F6D1-47DC07FE4E18}"/>
                  </a:ext>
                </a:extLst>
              </p:cNvPr>
              <p:cNvSpPr/>
              <p:nvPr/>
            </p:nvSpPr>
            <p:spPr>
              <a:xfrm rot="13218017" flipH="1">
                <a:off x="3089198" y="2529232"/>
                <a:ext cx="320686" cy="325665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74A7506-41CD-93B8-D207-17A7D842ECA1}"/>
                  </a:ext>
                </a:extLst>
              </p:cNvPr>
              <p:cNvSpPr/>
              <p:nvPr/>
            </p:nvSpPr>
            <p:spPr>
              <a:xfrm rot="13218017" flipH="1">
                <a:off x="3258939" y="2242695"/>
                <a:ext cx="142027" cy="144232"/>
              </a:xfrm>
              <a:custGeom>
                <a:avLst/>
                <a:gdLst>
                  <a:gd name="csX0" fmla="*/ 180130 w 1388336"/>
                  <a:gd name="csY0" fmla="*/ 1182199 h 1409888"/>
                  <a:gd name="csX1" fmla="*/ 333312 w 1388336"/>
                  <a:gd name="csY1" fmla="*/ 1312109 h 1409888"/>
                  <a:gd name="csX2" fmla="*/ 413138 w 1388336"/>
                  <a:gd name="csY2" fmla="*/ 1217981 h 1409888"/>
                  <a:gd name="csX3" fmla="*/ 383612 w 1388336"/>
                  <a:gd name="csY3" fmla="*/ 1192941 h 1409888"/>
                  <a:gd name="csX4" fmla="*/ 425817 w 1388336"/>
                  <a:gd name="csY4" fmla="*/ 1143174 h 1409888"/>
                  <a:gd name="csX5" fmla="*/ 458508 w 1388336"/>
                  <a:gd name="csY5" fmla="*/ 1165678 h 1409888"/>
                  <a:gd name="csX6" fmla="*/ 788424 w 1388336"/>
                  <a:gd name="csY6" fmla="*/ 1219256 h 1409888"/>
                  <a:gd name="csX7" fmla="*/ 815133 w 1388336"/>
                  <a:gd name="csY7" fmla="*/ 1212110 h 1409888"/>
                  <a:gd name="csX8" fmla="*/ 833203 w 1388336"/>
                  <a:gd name="csY8" fmla="*/ 1248523 h 1409888"/>
                  <a:gd name="csX9" fmla="*/ 789401 w 1388336"/>
                  <a:gd name="csY9" fmla="*/ 1270260 h 1409888"/>
                  <a:gd name="csX10" fmla="*/ 858692 w 1388336"/>
                  <a:gd name="csY10" fmla="*/ 1409888 h 1409888"/>
                  <a:gd name="csX11" fmla="*/ 1085923 w 1388336"/>
                  <a:gd name="csY11" fmla="*/ 1297125 h 1409888"/>
                  <a:gd name="csX12" fmla="*/ 1016632 w 1388336"/>
                  <a:gd name="csY12" fmla="*/ 1157497 h 1409888"/>
                  <a:gd name="csX13" fmla="*/ 972832 w 1388336"/>
                  <a:gd name="csY13" fmla="*/ 1179232 h 1409888"/>
                  <a:gd name="csX14" fmla="*/ 959938 w 1388336"/>
                  <a:gd name="csY14" fmla="*/ 1153250 h 1409888"/>
                  <a:gd name="csX15" fmla="*/ 1018987 w 1388336"/>
                  <a:gd name="csY15" fmla="*/ 1112540 h 1409888"/>
                  <a:gd name="csX16" fmla="*/ 1082458 w 1388336"/>
                  <a:gd name="csY16" fmla="*/ 1049824 h 1409888"/>
                  <a:gd name="csX17" fmla="*/ 1178780 w 1388336"/>
                  <a:gd name="csY17" fmla="*/ 875238 h 1409888"/>
                  <a:gd name="csX18" fmla="*/ 1198410 w 1388336"/>
                  <a:gd name="csY18" fmla="*/ 781340 h 1409888"/>
                  <a:gd name="csX19" fmla="*/ 1289001 w 1388336"/>
                  <a:gd name="csY19" fmla="*/ 781340 h 1409888"/>
                  <a:gd name="csX20" fmla="*/ 1289001 w 1388336"/>
                  <a:gd name="csY20" fmla="*/ 812502 h 1409888"/>
                  <a:gd name="csX21" fmla="*/ 1388336 w 1388336"/>
                  <a:gd name="csY21" fmla="*/ 812502 h 1409888"/>
                  <a:gd name="csX22" fmla="*/ 1388336 w 1388336"/>
                  <a:gd name="csY22" fmla="*/ 650845 h 1409888"/>
                  <a:gd name="csX23" fmla="*/ 1289001 w 1388336"/>
                  <a:gd name="csY23" fmla="*/ 650845 h 1409888"/>
                  <a:gd name="csX24" fmla="*/ 1289001 w 1388336"/>
                  <a:gd name="csY24" fmla="*/ 682005 h 1409888"/>
                  <a:gd name="csX25" fmla="*/ 1199600 w 1388336"/>
                  <a:gd name="csY25" fmla="*/ 682005 h 1409888"/>
                  <a:gd name="csX26" fmla="*/ 1182923 w 1388336"/>
                  <a:gd name="csY26" fmla="*/ 589083 h 1409888"/>
                  <a:gd name="csX27" fmla="*/ 1123553 w 1388336"/>
                  <a:gd name="csY27" fmla="*/ 455891 h 1409888"/>
                  <a:gd name="csX28" fmla="*/ 1098264 w 1388336"/>
                  <a:gd name="csY28" fmla="*/ 421989 h 1409888"/>
                  <a:gd name="csX29" fmla="*/ 1148582 w 1388336"/>
                  <a:gd name="csY29" fmla="*/ 354338 h 1409888"/>
                  <a:gd name="csX30" fmla="*/ 1171186 w 1388336"/>
                  <a:gd name="csY30" fmla="*/ 371150 h 1409888"/>
                  <a:gd name="csX31" fmla="*/ 1224779 w 1388336"/>
                  <a:gd name="csY31" fmla="*/ 299096 h 1409888"/>
                  <a:gd name="csX32" fmla="*/ 1107519 w 1388336"/>
                  <a:gd name="csY32" fmla="*/ 211879 h 1409888"/>
                  <a:gd name="csX33" fmla="*/ 1053925 w 1388336"/>
                  <a:gd name="csY33" fmla="*/ 283933 h 1409888"/>
                  <a:gd name="csX34" fmla="*/ 1076528 w 1388336"/>
                  <a:gd name="csY34" fmla="*/ 300744 h 1409888"/>
                  <a:gd name="csX35" fmla="*/ 1036671 w 1388336"/>
                  <a:gd name="csY35" fmla="*/ 354331 h 1409888"/>
                  <a:gd name="csX36" fmla="*/ 1024276 w 1388336"/>
                  <a:gd name="csY36" fmla="*/ 342096 h 1409888"/>
                  <a:gd name="csX37" fmla="*/ 754696 w 1388336"/>
                  <a:gd name="csY37" fmla="*/ 225916 h 1409888"/>
                  <a:gd name="csX38" fmla="*/ 691529 w 1388336"/>
                  <a:gd name="csY38" fmla="*/ 225061 h 1409888"/>
                  <a:gd name="csX39" fmla="*/ 708922 w 1388336"/>
                  <a:gd name="csY39" fmla="*/ 162171 h 1409888"/>
                  <a:gd name="csX40" fmla="*/ 746238 w 1388336"/>
                  <a:gd name="csY40" fmla="*/ 172491 h 1409888"/>
                  <a:gd name="csX41" fmla="*/ 779136 w 1388336"/>
                  <a:gd name="csY41" fmla="*/ 53538 h 1409888"/>
                  <a:gd name="csX42" fmla="*/ 585552 w 1388336"/>
                  <a:gd name="csY42" fmla="*/ 0 h 1409888"/>
                  <a:gd name="csX43" fmla="*/ 552654 w 1388336"/>
                  <a:gd name="csY43" fmla="*/ 118953 h 1409888"/>
                  <a:gd name="csX44" fmla="*/ 589969 w 1388336"/>
                  <a:gd name="csY44" fmla="*/ 129273 h 1409888"/>
                  <a:gd name="csX45" fmla="*/ 558337 w 1388336"/>
                  <a:gd name="csY45" fmla="*/ 243648 h 1409888"/>
                  <a:gd name="csX46" fmla="*/ 473059 w 1388336"/>
                  <a:gd name="csY46" fmla="*/ 276738 h 1409888"/>
                  <a:gd name="csX47" fmla="*/ 316549 w 1388336"/>
                  <a:gd name="csY47" fmla="*/ 400279 h 1409888"/>
                  <a:gd name="csX48" fmla="*/ 265040 w 1388336"/>
                  <a:gd name="csY48" fmla="*/ 473141 h 1409888"/>
                  <a:gd name="csX49" fmla="*/ 264765 w 1388336"/>
                  <a:gd name="csY49" fmla="*/ 473726 h 1409888"/>
                  <a:gd name="csX50" fmla="*/ 147883 w 1388336"/>
                  <a:gd name="csY50" fmla="*/ 454684 h 1409888"/>
                  <a:gd name="csX51" fmla="*/ 154108 w 1388336"/>
                  <a:gd name="csY51" fmla="*/ 416471 h 1409888"/>
                  <a:gd name="csX52" fmla="*/ 32295 w 1388336"/>
                  <a:gd name="csY52" fmla="*/ 396627 h 1409888"/>
                  <a:gd name="csX53" fmla="*/ 0 w 1388336"/>
                  <a:gd name="csY53" fmla="*/ 594864 h 1409888"/>
                  <a:gd name="csX54" fmla="*/ 121813 w 1388336"/>
                  <a:gd name="csY54" fmla="*/ 614709 h 1409888"/>
                  <a:gd name="csX55" fmla="*/ 128038 w 1388336"/>
                  <a:gd name="csY55" fmla="*/ 576498 h 1409888"/>
                  <a:gd name="csX56" fmla="*/ 217350 w 1388336"/>
                  <a:gd name="csY56" fmla="*/ 591047 h 1409888"/>
                  <a:gd name="csX57" fmla="*/ 205628 w 1388336"/>
                  <a:gd name="csY57" fmla="*/ 633926 h 1409888"/>
                  <a:gd name="csX58" fmla="*/ 304150 w 1388336"/>
                  <a:gd name="csY58" fmla="*/ 1034773 h 1409888"/>
                  <a:gd name="csX59" fmla="*/ 331690 w 1388336"/>
                  <a:gd name="csY59" fmla="*/ 1063347 h 1409888"/>
                  <a:gd name="csX60" fmla="*/ 289484 w 1388336"/>
                  <a:gd name="csY60" fmla="*/ 1113114 h 1409888"/>
                  <a:gd name="csX61" fmla="*/ 259956 w 1388336"/>
                  <a:gd name="csY61" fmla="*/ 1088072 h 14098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</a:cxnLst>
                <a:rect l="l" t="t" r="r" b="b"/>
                <a:pathLst>
                  <a:path w="1388336" h="1409888">
                    <a:moveTo>
                      <a:pt x="180130" y="1182199"/>
                    </a:moveTo>
                    <a:lnTo>
                      <a:pt x="333312" y="1312109"/>
                    </a:lnTo>
                    <a:lnTo>
                      <a:pt x="413138" y="1217981"/>
                    </a:lnTo>
                    <a:lnTo>
                      <a:pt x="383612" y="1192941"/>
                    </a:lnTo>
                    <a:lnTo>
                      <a:pt x="425817" y="1143174"/>
                    </a:lnTo>
                    <a:lnTo>
                      <a:pt x="458508" y="1165678"/>
                    </a:lnTo>
                    <a:cubicBezTo>
                      <a:pt x="560903" y="1221821"/>
                      <a:pt x="677654" y="1239123"/>
                      <a:pt x="788424" y="1219256"/>
                    </a:cubicBezTo>
                    <a:lnTo>
                      <a:pt x="815133" y="1212110"/>
                    </a:lnTo>
                    <a:lnTo>
                      <a:pt x="833203" y="1248523"/>
                    </a:lnTo>
                    <a:lnTo>
                      <a:pt x="789401" y="1270260"/>
                    </a:lnTo>
                    <a:lnTo>
                      <a:pt x="858692" y="1409888"/>
                    </a:lnTo>
                    <a:lnTo>
                      <a:pt x="1085923" y="1297125"/>
                    </a:lnTo>
                    <a:lnTo>
                      <a:pt x="1016632" y="1157497"/>
                    </a:lnTo>
                    <a:lnTo>
                      <a:pt x="972832" y="1179232"/>
                    </a:lnTo>
                    <a:lnTo>
                      <a:pt x="959938" y="1153250"/>
                    </a:lnTo>
                    <a:lnTo>
                      <a:pt x="1018987" y="1112540"/>
                    </a:lnTo>
                    <a:cubicBezTo>
                      <a:pt x="1041577" y="1093871"/>
                      <a:pt x="1062840" y="1072956"/>
                      <a:pt x="1082458" y="1049824"/>
                    </a:cubicBezTo>
                    <a:cubicBezTo>
                      <a:pt x="1127300" y="996949"/>
                      <a:pt x="1159303" y="937489"/>
                      <a:pt x="1178780" y="875238"/>
                    </a:cubicBezTo>
                    <a:lnTo>
                      <a:pt x="1198410" y="781340"/>
                    </a:lnTo>
                    <a:lnTo>
                      <a:pt x="1289001" y="781340"/>
                    </a:lnTo>
                    <a:lnTo>
                      <a:pt x="1289001" y="812502"/>
                    </a:lnTo>
                    <a:lnTo>
                      <a:pt x="1388336" y="812502"/>
                    </a:lnTo>
                    <a:lnTo>
                      <a:pt x="1388336" y="650845"/>
                    </a:lnTo>
                    <a:lnTo>
                      <a:pt x="1289001" y="650845"/>
                    </a:lnTo>
                    <a:lnTo>
                      <a:pt x="1289001" y="682005"/>
                    </a:lnTo>
                    <a:lnTo>
                      <a:pt x="1199600" y="682005"/>
                    </a:lnTo>
                    <a:lnTo>
                      <a:pt x="1182923" y="589083"/>
                    </a:lnTo>
                    <a:cubicBezTo>
                      <a:pt x="1169873" y="542520"/>
                      <a:pt x="1150039" y="497589"/>
                      <a:pt x="1123553" y="455891"/>
                    </a:cubicBezTo>
                    <a:lnTo>
                      <a:pt x="1098264" y="421989"/>
                    </a:lnTo>
                    <a:lnTo>
                      <a:pt x="1148582" y="354338"/>
                    </a:lnTo>
                    <a:lnTo>
                      <a:pt x="1171186" y="371150"/>
                    </a:lnTo>
                    <a:lnTo>
                      <a:pt x="1224779" y="299096"/>
                    </a:lnTo>
                    <a:lnTo>
                      <a:pt x="1107519" y="211879"/>
                    </a:lnTo>
                    <a:lnTo>
                      <a:pt x="1053925" y="283933"/>
                    </a:lnTo>
                    <a:lnTo>
                      <a:pt x="1076528" y="300744"/>
                    </a:lnTo>
                    <a:lnTo>
                      <a:pt x="1036671" y="354331"/>
                    </a:lnTo>
                    <a:lnTo>
                      <a:pt x="1024276" y="342096"/>
                    </a:lnTo>
                    <a:cubicBezTo>
                      <a:pt x="944963" y="274834"/>
                      <a:pt x="850834" y="236458"/>
                      <a:pt x="754696" y="225916"/>
                    </a:cubicBezTo>
                    <a:lnTo>
                      <a:pt x="691529" y="225061"/>
                    </a:lnTo>
                    <a:lnTo>
                      <a:pt x="708922" y="162171"/>
                    </a:lnTo>
                    <a:lnTo>
                      <a:pt x="746238" y="172491"/>
                    </a:lnTo>
                    <a:lnTo>
                      <a:pt x="779136" y="53538"/>
                    </a:lnTo>
                    <a:lnTo>
                      <a:pt x="585552" y="0"/>
                    </a:lnTo>
                    <a:lnTo>
                      <a:pt x="552654" y="118953"/>
                    </a:lnTo>
                    <a:lnTo>
                      <a:pt x="589969" y="129273"/>
                    </a:lnTo>
                    <a:lnTo>
                      <a:pt x="558337" y="243648"/>
                    </a:lnTo>
                    <a:lnTo>
                      <a:pt x="473059" y="276738"/>
                    </a:lnTo>
                    <a:cubicBezTo>
                      <a:pt x="414825" y="306119"/>
                      <a:pt x="361390" y="347404"/>
                      <a:pt x="316549" y="400279"/>
                    </a:cubicBezTo>
                    <a:cubicBezTo>
                      <a:pt x="296930" y="423411"/>
                      <a:pt x="279769" y="447805"/>
                      <a:pt x="265040" y="473141"/>
                    </a:cubicBezTo>
                    <a:lnTo>
                      <a:pt x="264765" y="473726"/>
                    </a:lnTo>
                    <a:lnTo>
                      <a:pt x="147883" y="454684"/>
                    </a:lnTo>
                    <a:lnTo>
                      <a:pt x="154108" y="416471"/>
                    </a:lnTo>
                    <a:lnTo>
                      <a:pt x="32295" y="396627"/>
                    </a:lnTo>
                    <a:lnTo>
                      <a:pt x="0" y="594864"/>
                    </a:lnTo>
                    <a:lnTo>
                      <a:pt x="121813" y="614709"/>
                    </a:lnTo>
                    <a:lnTo>
                      <a:pt x="128038" y="576498"/>
                    </a:lnTo>
                    <a:lnTo>
                      <a:pt x="217350" y="591047"/>
                    </a:lnTo>
                    <a:lnTo>
                      <a:pt x="205628" y="633926"/>
                    </a:lnTo>
                    <a:cubicBezTo>
                      <a:pt x="180082" y="773103"/>
                      <a:pt x="214012" y="919959"/>
                      <a:pt x="304150" y="1034773"/>
                    </a:cubicBezTo>
                    <a:lnTo>
                      <a:pt x="331690" y="1063347"/>
                    </a:lnTo>
                    <a:lnTo>
                      <a:pt x="289484" y="1113114"/>
                    </a:lnTo>
                    <a:lnTo>
                      <a:pt x="259956" y="1088072"/>
                    </a:lnTo>
                    <a:close/>
                  </a:path>
                </a:pathLst>
              </a:custGeom>
              <a:solidFill>
                <a:srgbClr val="5F7E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E2CB689-A65D-2303-C14D-A99EF8DADA8B}"/>
                </a:ext>
              </a:extLst>
            </p:cNvPr>
            <p:cNvGrpSpPr/>
            <p:nvPr/>
          </p:nvGrpSpPr>
          <p:grpSpPr>
            <a:xfrm>
              <a:off x="4698638" y="1509159"/>
              <a:ext cx="1613647" cy="2289119"/>
              <a:chOff x="4762966" y="1509159"/>
              <a:chExt cx="1613647" cy="2289119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A3F6A36-8A3F-3EAF-99FE-854F51FA4813}"/>
                  </a:ext>
                </a:extLst>
              </p:cNvPr>
              <p:cNvSpPr/>
              <p:nvPr/>
            </p:nvSpPr>
            <p:spPr>
              <a:xfrm>
                <a:off x="5246197" y="1509159"/>
                <a:ext cx="647184" cy="346238"/>
              </a:xfrm>
              <a:prstGeom prst="rect">
                <a:avLst/>
              </a:prstGeom>
              <a:solidFill>
                <a:srgbClr val="E78B7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X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4643B00-5699-7D9F-3094-CA74D57BB95C}"/>
                  </a:ext>
                </a:extLst>
              </p:cNvPr>
              <p:cNvSpPr/>
              <p:nvPr/>
            </p:nvSpPr>
            <p:spPr>
              <a:xfrm>
                <a:off x="4762966" y="1832304"/>
                <a:ext cx="1613647" cy="1965974"/>
              </a:xfrm>
              <a:custGeom>
                <a:avLst/>
                <a:gdLst>
                  <a:gd name="csX0" fmla="*/ 923348 w 1613647"/>
                  <a:gd name="csY0" fmla="*/ 1080097 h 1965974"/>
                  <a:gd name="csX1" fmla="*/ 923348 w 1613647"/>
                  <a:gd name="csY1" fmla="*/ 1373175 h 1965974"/>
                  <a:gd name="csX2" fmla="*/ 1424178 w 1613647"/>
                  <a:gd name="csY2" fmla="*/ 1373175 h 1965974"/>
                  <a:gd name="csX3" fmla="*/ 1424178 w 1613647"/>
                  <a:gd name="csY3" fmla="*/ 1080097 h 1965974"/>
                  <a:gd name="csX4" fmla="*/ 198104 w 1613647"/>
                  <a:gd name="csY4" fmla="*/ 1080097 h 1965974"/>
                  <a:gd name="csX5" fmla="*/ 198104 w 1613647"/>
                  <a:gd name="csY5" fmla="*/ 1373175 h 1965974"/>
                  <a:gd name="csX6" fmla="*/ 698934 w 1613647"/>
                  <a:gd name="csY6" fmla="*/ 1373175 h 1965974"/>
                  <a:gd name="csX7" fmla="*/ 698934 w 1613647"/>
                  <a:gd name="csY7" fmla="*/ 1080097 h 1965974"/>
                  <a:gd name="csX8" fmla="*/ 923348 w 1613647"/>
                  <a:gd name="csY8" fmla="*/ 638149 h 1965974"/>
                  <a:gd name="csX9" fmla="*/ 923348 w 1613647"/>
                  <a:gd name="csY9" fmla="*/ 931227 h 1965974"/>
                  <a:gd name="csX10" fmla="*/ 1424178 w 1613647"/>
                  <a:gd name="csY10" fmla="*/ 931227 h 1965974"/>
                  <a:gd name="csX11" fmla="*/ 1424178 w 1613647"/>
                  <a:gd name="csY11" fmla="*/ 638149 h 1965974"/>
                  <a:gd name="csX12" fmla="*/ 198104 w 1613647"/>
                  <a:gd name="csY12" fmla="*/ 638149 h 1965974"/>
                  <a:gd name="csX13" fmla="*/ 198104 w 1613647"/>
                  <a:gd name="csY13" fmla="*/ 931227 h 1965974"/>
                  <a:gd name="csX14" fmla="*/ 698934 w 1613647"/>
                  <a:gd name="csY14" fmla="*/ 931227 h 1965974"/>
                  <a:gd name="csX15" fmla="*/ 698934 w 1613647"/>
                  <a:gd name="csY15" fmla="*/ 638149 h 1965974"/>
                  <a:gd name="csX16" fmla="*/ 923348 w 1613647"/>
                  <a:gd name="csY16" fmla="*/ 196201 h 1965974"/>
                  <a:gd name="csX17" fmla="*/ 923348 w 1613647"/>
                  <a:gd name="csY17" fmla="*/ 489279 h 1965974"/>
                  <a:gd name="csX18" fmla="*/ 1424178 w 1613647"/>
                  <a:gd name="csY18" fmla="*/ 489279 h 1965974"/>
                  <a:gd name="csX19" fmla="*/ 1424178 w 1613647"/>
                  <a:gd name="csY19" fmla="*/ 196201 h 1965974"/>
                  <a:gd name="csX20" fmla="*/ 198104 w 1613647"/>
                  <a:gd name="csY20" fmla="*/ 196201 h 1965974"/>
                  <a:gd name="csX21" fmla="*/ 198104 w 1613647"/>
                  <a:gd name="csY21" fmla="*/ 489279 h 1965974"/>
                  <a:gd name="csX22" fmla="*/ 698934 w 1613647"/>
                  <a:gd name="csY22" fmla="*/ 489279 h 1965974"/>
                  <a:gd name="csX23" fmla="*/ 698934 w 1613647"/>
                  <a:gd name="csY23" fmla="*/ 196201 h 1965974"/>
                  <a:gd name="csX24" fmla="*/ 0 w 1613647"/>
                  <a:gd name="csY24" fmla="*/ 0 h 1965974"/>
                  <a:gd name="csX25" fmla="*/ 1613647 w 1613647"/>
                  <a:gd name="csY25" fmla="*/ 0 h 1965974"/>
                  <a:gd name="csX26" fmla="*/ 1613647 w 1613647"/>
                  <a:gd name="csY26" fmla="*/ 1965974 h 1965974"/>
                  <a:gd name="csX27" fmla="*/ 1057238 w 1613647"/>
                  <a:gd name="csY27" fmla="*/ 1965974 h 1965974"/>
                  <a:gd name="csX28" fmla="*/ 1057238 w 1613647"/>
                  <a:gd name="csY28" fmla="*/ 1596696 h 1965974"/>
                  <a:gd name="csX29" fmla="*/ 556408 w 1613647"/>
                  <a:gd name="csY29" fmla="*/ 1596696 h 1965974"/>
                  <a:gd name="csX30" fmla="*/ 556408 w 1613647"/>
                  <a:gd name="csY30" fmla="*/ 1965974 h 1965974"/>
                  <a:gd name="csX31" fmla="*/ 0 w 1613647"/>
                  <a:gd name="csY31" fmla="*/ 1965974 h 19659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1613647" h="1965974">
                    <a:moveTo>
                      <a:pt x="923348" y="1080097"/>
                    </a:moveTo>
                    <a:lnTo>
                      <a:pt x="923348" y="1373175"/>
                    </a:lnTo>
                    <a:lnTo>
                      <a:pt x="1424178" y="1373175"/>
                    </a:lnTo>
                    <a:lnTo>
                      <a:pt x="1424178" y="1080097"/>
                    </a:lnTo>
                    <a:close/>
                    <a:moveTo>
                      <a:pt x="198104" y="1080097"/>
                    </a:moveTo>
                    <a:lnTo>
                      <a:pt x="198104" y="1373175"/>
                    </a:lnTo>
                    <a:lnTo>
                      <a:pt x="698934" y="1373175"/>
                    </a:lnTo>
                    <a:lnTo>
                      <a:pt x="698934" y="1080097"/>
                    </a:lnTo>
                    <a:close/>
                    <a:moveTo>
                      <a:pt x="923348" y="638149"/>
                    </a:moveTo>
                    <a:lnTo>
                      <a:pt x="923348" y="931227"/>
                    </a:lnTo>
                    <a:lnTo>
                      <a:pt x="1424178" y="931227"/>
                    </a:lnTo>
                    <a:lnTo>
                      <a:pt x="1424178" y="638149"/>
                    </a:lnTo>
                    <a:close/>
                    <a:moveTo>
                      <a:pt x="198104" y="638149"/>
                    </a:moveTo>
                    <a:lnTo>
                      <a:pt x="198104" y="931227"/>
                    </a:lnTo>
                    <a:lnTo>
                      <a:pt x="698934" y="931227"/>
                    </a:lnTo>
                    <a:lnTo>
                      <a:pt x="698934" y="638149"/>
                    </a:lnTo>
                    <a:close/>
                    <a:moveTo>
                      <a:pt x="923348" y="196201"/>
                    </a:moveTo>
                    <a:lnTo>
                      <a:pt x="923348" y="489279"/>
                    </a:lnTo>
                    <a:lnTo>
                      <a:pt x="1424178" y="489279"/>
                    </a:lnTo>
                    <a:lnTo>
                      <a:pt x="1424178" y="196201"/>
                    </a:lnTo>
                    <a:close/>
                    <a:moveTo>
                      <a:pt x="198104" y="196201"/>
                    </a:moveTo>
                    <a:lnTo>
                      <a:pt x="198104" y="489279"/>
                    </a:lnTo>
                    <a:lnTo>
                      <a:pt x="698934" y="489279"/>
                    </a:lnTo>
                    <a:lnTo>
                      <a:pt x="698934" y="196201"/>
                    </a:lnTo>
                    <a:close/>
                    <a:moveTo>
                      <a:pt x="0" y="0"/>
                    </a:moveTo>
                    <a:lnTo>
                      <a:pt x="1613647" y="0"/>
                    </a:lnTo>
                    <a:lnTo>
                      <a:pt x="1613647" y="1965974"/>
                    </a:lnTo>
                    <a:lnTo>
                      <a:pt x="1057238" y="1965974"/>
                    </a:lnTo>
                    <a:lnTo>
                      <a:pt x="1057238" y="1596696"/>
                    </a:lnTo>
                    <a:lnTo>
                      <a:pt x="556408" y="1596696"/>
                    </a:lnTo>
                    <a:lnTo>
                      <a:pt x="556408" y="1965974"/>
                    </a:lnTo>
                    <a:lnTo>
                      <a:pt x="0" y="1965974"/>
                    </a:lnTo>
                    <a:close/>
                  </a:path>
                </a:pathLst>
              </a:custGeom>
              <a:solidFill>
                <a:srgbClr val="E78B7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57" name="Cross 56">
                <a:extLst>
                  <a:ext uri="{FF2B5EF4-FFF2-40B4-BE49-F238E27FC236}">
                    <a16:creationId xmlns:a16="http://schemas.microsoft.com/office/drawing/2014/main" id="{F1FFE742-CF42-E46C-FC63-E3F6BCA0F876}"/>
                  </a:ext>
                </a:extLst>
              </p:cNvPr>
              <p:cNvSpPr/>
              <p:nvPr/>
            </p:nvSpPr>
            <p:spPr>
              <a:xfrm>
                <a:off x="5461652" y="1562595"/>
                <a:ext cx="216274" cy="216274"/>
              </a:xfrm>
              <a:prstGeom prst="plus">
                <a:avLst>
                  <a:gd name="adj" fmla="val 34091"/>
                </a:avLst>
              </a:prstGeom>
              <a:solidFill>
                <a:srgbClr val="B8534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X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7D7A35F-57A0-6EAB-051F-DC631BB49053}"/>
                </a:ext>
              </a:extLst>
            </p:cNvPr>
            <p:cNvGrpSpPr/>
            <p:nvPr/>
          </p:nvGrpSpPr>
          <p:grpSpPr>
            <a:xfrm>
              <a:off x="8315299" y="1629060"/>
              <a:ext cx="1443681" cy="2199022"/>
              <a:chOff x="8919925" y="1815354"/>
              <a:chExt cx="1443681" cy="2199022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73B2051F-076F-C80C-6013-46F1C01ACF35}"/>
                  </a:ext>
                </a:extLst>
              </p:cNvPr>
              <p:cNvSpPr/>
              <p:nvPr/>
            </p:nvSpPr>
            <p:spPr>
              <a:xfrm rot="560220">
                <a:off x="8919925" y="1815354"/>
                <a:ext cx="573878" cy="2199022"/>
              </a:xfrm>
              <a:custGeom>
                <a:avLst/>
                <a:gdLst>
                  <a:gd name="csX0" fmla="*/ 25005 w 788610"/>
                  <a:gd name="csY0" fmla="*/ 0 h 3021848"/>
                  <a:gd name="csX1" fmla="*/ 763605 w 788610"/>
                  <a:gd name="csY1" fmla="*/ 0 h 3021848"/>
                  <a:gd name="csX2" fmla="*/ 788610 w 788610"/>
                  <a:gd name="csY2" fmla="*/ 25005 h 3021848"/>
                  <a:gd name="csX3" fmla="*/ 788610 w 788610"/>
                  <a:gd name="csY3" fmla="*/ 125021 h 3021848"/>
                  <a:gd name="csX4" fmla="*/ 763605 w 788610"/>
                  <a:gd name="csY4" fmla="*/ 150026 h 3021848"/>
                  <a:gd name="csX5" fmla="*/ 721619 w 788610"/>
                  <a:gd name="csY5" fmla="*/ 150026 h 3021848"/>
                  <a:gd name="csX6" fmla="*/ 721619 w 788610"/>
                  <a:gd name="csY6" fmla="*/ 2328613 h 3021848"/>
                  <a:gd name="csX7" fmla="*/ 721408 w 788610"/>
                  <a:gd name="csY7" fmla="*/ 2328613 h 3021848"/>
                  <a:gd name="csX8" fmla="*/ 394305 w 788610"/>
                  <a:gd name="csY8" fmla="*/ 3021848 h 3021848"/>
                  <a:gd name="csX9" fmla="*/ 67202 w 788610"/>
                  <a:gd name="csY9" fmla="*/ 2328613 h 3021848"/>
                  <a:gd name="csX10" fmla="*/ 66992 w 788610"/>
                  <a:gd name="csY10" fmla="*/ 2328613 h 3021848"/>
                  <a:gd name="csX11" fmla="*/ 66992 w 788610"/>
                  <a:gd name="csY11" fmla="*/ 855693 h 3021848"/>
                  <a:gd name="csX12" fmla="*/ 238494 w 788610"/>
                  <a:gd name="csY12" fmla="*/ 855693 h 3021848"/>
                  <a:gd name="csX13" fmla="*/ 238494 w 788610"/>
                  <a:gd name="csY13" fmla="*/ 809974 h 3021848"/>
                  <a:gd name="csX14" fmla="*/ 66992 w 788610"/>
                  <a:gd name="csY14" fmla="*/ 809974 h 3021848"/>
                  <a:gd name="csX15" fmla="*/ 66992 w 788610"/>
                  <a:gd name="csY15" fmla="*/ 674825 h 3021848"/>
                  <a:gd name="csX16" fmla="*/ 238494 w 788610"/>
                  <a:gd name="csY16" fmla="*/ 674825 h 3021848"/>
                  <a:gd name="csX17" fmla="*/ 238494 w 788610"/>
                  <a:gd name="csY17" fmla="*/ 629106 h 3021848"/>
                  <a:gd name="csX18" fmla="*/ 66992 w 788610"/>
                  <a:gd name="csY18" fmla="*/ 629106 h 3021848"/>
                  <a:gd name="csX19" fmla="*/ 66992 w 788610"/>
                  <a:gd name="csY19" fmla="*/ 497216 h 3021848"/>
                  <a:gd name="csX20" fmla="*/ 249563 w 788610"/>
                  <a:gd name="csY20" fmla="*/ 497216 h 3021848"/>
                  <a:gd name="csX21" fmla="*/ 249563 w 788610"/>
                  <a:gd name="csY21" fmla="*/ 451497 h 3021848"/>
                  <a:gd name="csX22" fmla="*/ 66992 w 788610"/>
                  <a:gd name="csY22" fmla="*/ 451497 h 3021848"/>
                  <a:gd name="csX23" fmla="*/ 66992 w 788610"/>
                  <a:gd name="csY23" fmla="*/ 150026 h 3021848"/>
                  <a:gd name="csX24" fmla="*/ 25005 w 788610"/>
                  <a:gd name="csY24" fmla="*/ 150026 h 3021848"/>
                  <a:gd name="csX25" fmla="*/ 0 w 788610"/>
                  <a:gd name="csY25" fmla="*/ 125021 h 3021848"/>
                  <a:gd name="csX26" fmla="*/ 0 w 788610"/>
                  <a:gd name="csY26" fmla="*/ 25005 h 3021848"/>
                  <a:gd name="csX27" fmla="*/ 25005 w 788610"/>
                  <a:gd name="csY27" fmla="*/ 0 h 30218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788610" h="3021848">
                    <a:moveTo>
                      <a:pt x="25005" y="0"/>
                    </a:moveTo>
                    <a:lnTo>
                      <a:pt x="763605" y="0"/>
                    </a:lnTo>
                    <a:cubicBezTo>
                      <a:pt x="777415" y="0"/>
                      <a:pt x="788610" y="11195"/>
                      <a:pt x="788610" y="25005"/>
                    </a:cubicBezTo>
                    <a:lnTo>
                      <a:pt x="788610" y="125021"/>
                    </a:lnTo>
                    <a:cubicBezTo>
                      <a:pt x="788610" y="138831"/>
                      <a:pt x="777415" y="150026"/>
                      <a:pt x="763605" y="150026"/>
                    </a:cubicBezTo>
                    <a:lnTo>
                      <a:pt x="721619" y="150026"/>
                    </a:lnTo>
                    <a:lnTo>
                      <a:pt x="721619" y="2328613"/>
                    </a:lnTo>
                    <a:lnTo>
                      <a:pt x="721408" y="2328613"/>
                    </a:lnTo>
                    <a:cubicBezTo>
                      <a:pt x="721408" y="2711476"/>
                      <a:pt x="574959" y="3021848"/>
                      <a:pt x="394305" y="3021848"/>
                    </a:cubicBezTo>
                    <a:cubicBezTo>
                      <a:pt x="213651" y="3021848"/>
                      <a:pt x="67202" y="2711476"/>
                      <a:pt x="67202" y="2328613"/>
                    </a:cubicBezTo>
                    <a:lnTo>
                      <a:pt x="66992" y="2328613"/>
                    </a:lnTo>
                    <a:lnTo>
                      <a:pt x="66992" y="855693"/>
                    </a:lnTo>
                    <a:lnTo>
                      <a:pt x="238494" y="855693"/>
                    </a:lnTo>
                    <a:lnTo>
                      <a:pt x="238494" y="809974"/>
                    </a:lnTo>
                    <a:lnTo>
                      <a:pt x="66992" y="809974"/>
                    </a:lnTo>
                    <a:lnTo>
                      <a:pt x="66992" y="674825"/>
                    </a:lnTo>
                    <a:lnTo>
                      <a:pt x="238494" y="674825"/>
                    </a:lnTo>
                    <a:lnTo>
                      <a:pt x="238494" y="629106"/>
                    </a:lnTo>
                    <a:lnTo>
                      <a:pt x="66992" y="629106"/>
                    </a:lnTo>
                    <a:lnTo>
                      <a:pt x="66992" y="497216"/>
                    </a:lnTo>
                    <a:lnTo>
                      <a:pt x="249563" y="497216"/>
                    </a:lnTo>
                    <a:lnTo>
                      <a:pt x="249563" y="451497"/>
                    </a:lnTo>
                    <a:lnTo>
                      <a:pt x="66992" y="451497"/>
                    </a:lnTo>
                    <a:lnTo>
                      <a:pt x="66992" y="150026"/>
                    </a:lnTo>
                    <a:lnTo>
                      <a:pt x="25005" y="150026"/>
                    </a:lnTo>
                    <a:cubicBezTo>
                      <a:pt x="11195" y="150026"/>
                      <a:pt x="0" y="138831"/>
                      <a:pt x="0" y="125021"/>
                    </a:cubicBezTo>
                    <a:lnTo>
                      <a:pt x="0" y="25005"/>
                    </a:lnTo>
                    <a:cubicBezTo>
                      <a:pt x="0" y="11195"/>
                      <a:pt x="11195" y="0"/>
                      <a:pt x="25005" y="0"/>
                    </a:cubicBezTo>
                    <a:close/>
                  </a:path>
                </a:pathLst>
              </a:custGeom>
              <a:solidFill>
                <a:srgbClr val="A8BF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EA707CD8-6A3E-55AD-B197-CA051A4CF206}"/>
                  </a:ext>
                </a:extLst>
              </p:cNvPr>
              <p:cNvSpPr/>
              <p:nvPr/>
            </p:nvSpPr>
            <p:spPr>
              <a:xfrm>
                <a:off x="9206864" y="2815291"/>
                <a:ext cx="1156742" cy="1156742"/>
              </a:xfrm>
              <a:custGeom>
                <a:avLst/>
                <a:gdLst/>
                <a:ahLst/>
                <a:cxnLst/>
                <a:rect l="l" t="t" r="r" b="b"/>
                <a:pathLst>
                  <a:path w="1156742" h="1156742">
                    <a:moveTo>
                      <a:pt x="685478" y="447223"/>
                    </a:moveTo>
                    <a:lnTo>
                      <a:pt x="544612" y="645909"/>
                    </a:lnTo>
                    <a:lnTo>
                      <a:pt x="464021" y="544110"/>
                    </a:lnTo>
                    <a:lnTo>
                      <a:pt x="436563" y="565095"/>
                    </a:lnTo>
                    <a:lnTo>
                      <a:pt x="544612" y="701719"/>
                    </a:lnTo>
                    <a:lnTo>
                      <a:pt x="712936" y="466645"/>
                    </a:lnTo>
                    <a:close/>
                    <a:moveTo>
                      <a:pt x="578371" y="0"/>
                    </a:moveTo>
                    <a:lnTo>
                      <a:pt x="690641" y="159373"/>
                    </a:lnTo>
                    <a:lnTo>
                      <a:pt x="867557" y="77487"/>
                    </a:lnTo>
                    <a:lnTo>
                      <a:pt x="885099" y="271643"/>
                    </a:lnTo>
                    <a:lnTo>
                      <a:pt x="1079255" y="289186"/>
                    </a:lnTo>
                    <a:lnTo>
                      <a:pt x="997369" y="466101"/>
                    </a:lnTo>
                    <a:lnTo>
                      <a:pt x="1156742" y="578371"/>
                    </a:lnTo>
                    <a:lnTo>
                      <a:pt x="997369" y="690641"/>
                    </a:lnTo>
                    <a:lnTo>
                      <a:pt x="1079255" y="867557"/>
                    </a:lnTo>
                    <a:lnTo>
                      <a:pt x="885099" y="885099"/>
                    </a:lnTo>
                    <a:lnTo>
                      <a:pt x="867557" y="1079255"/>
                    </a:lnTo>
                    <a:lnTo>
                      <a:pt x="690641" y="997369"/>
                    </a:lnTo>
                    <a:lnTo>
                      <a:pt x="578371" y="1156742"/>
                    </a:lnTo>
                    <a:lnTo>
                      <a:pt x="466101" y="997369"/>
                    </a:lnTo>
                    <a:lnTo>
                      <a:pt x="289186" y="1079255"/>
                    </a:lnTo>
                    <a:lnTo>
                      <a:pt x="271643" y="885099"/>
                    </a:lnTo>
                    <a:lnTo>
                      <a:pt x="77487" y="867557"/>
                    </a:lnTo>
                    <a:lnTo>
                      <a:pt x="159373" y="690641"/>
                    </a:lnTo>
                    <a:lnTo>
                      <a:pt x="0" y="578371"/>
                    </a:lnTo>
                    <a:lnTo>
                      <a:pt x="159373" y="466101"/>
                    </a:lnTo>
                    <a:lnTo>
                      <a:pt x="77487" y="289186"/>
                    </a:lnTo>
                    <a:lnTo>
                      <a:pt x="271643" y="271643"/>
                    </a:lnTo>
                    <a:lnTo>
                      <a:pt x="289186" y="77487"/>
                    </a:lnTo>
                    <a:lnTo>
                      <a:pt x="466101" y="159373"/>
                    </a:lnTo>
                    <a:close/>
                  </a:path>
                </a:pathLst>
              </a:custGeom>
              <a:solidFill>
                <a:srgbClr val="B8534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X" dirty="0"/>
              </a:p>
            </p:txBody>
          </p:sp>
        </p:grpSp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5C9851E1-7FD6-594B-2659-9A1DA5D50A5E}"/>
                </a:ext>
              </a:extLst>
            </p:cNvPr>
            <p:cNvSpPr/>
            <p:nvPr/>
          </p:nvSpPr>
          <p:spPr>
            <a:xfrm>
              <a:off x="3299512" y="3598230"/>
              <a:ext cx="791118" cy="679622"/>
            </a:xfrm>
            <a:prstGeom prst="rightArrow">
              <a:avLst/>
            </a:prstGeom>
            <a:solidFill>
              <a:srgbClr val="607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X"/>
            </a:p>
          </p:txBody>
        </p:sp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E0315AF0-1A3D-4264-148C-AEC72EF4444B}"/>
                </a:ext>
              </a:extLst>
            </p:cNvPr>
            <p:cNvSpPr/>
            <p:nvPr/>
          </p:nvSpPr>
          <p:spPr>
            <a:xfrm>
              <a:off x="6920293" y="3598230"/>
              <a:ext cx="791118" cy="679622"/>
            </a:xfrm>
            <a:prstGeom prst="rightArrow">
              <a:avLst/>
            </a:prstGeom>
            <a:solidFill>
              <a:srgbClr val="607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X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536A25D-9225-A27C-31E6-B32B8A78A9D0}"/>
                </a:ext>
              </a:extLst>
            </p:cNvPr>
            <p:cNvSpPr txBox="1"/>
            <p:nvPr/>
          </p:nvSpPr>
          <p:spPr>
            <a:xfrm>
              <a:off x="1235676" y="4062571"/>
              <a:ext cx="16670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MX" sz="2800" b="1" dirty="0">
                  <a:latin typeface="Helvetica" pitchFamily="2" charset="0"/>
                </a:rPr>
                <a:t>EVENT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C32F67E-1A00-BDBE-45A4-AB182AEF7A74}"/>
                </a:ext>
              </a:extLst>
            </p:cNvPr>
            <p:cNvSpPr txBox="1"/>
            <p:nvPr/>
          </p:nvSpPr>
          <p:spPr>
            <a:xfrm>
              <a:off x="4676322" y="4062571"/>
              <a:ext cx="16670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MX" sz="2800" b="1" dirty="0">
                  <a:latin typeface="Helvetica" pitchFamily="2" charset="0"/>
                </a:rPr>
                <a:t>REPORT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F343250-A631-3BF0-032E-73A4A2D2DB0A}"/>
                </a:ext>
              </a:extLst>
            </p:cNvPr>
            <p:cNvSpPr txBox="1"/>
            <p:nvPr/>
          </p:nvSpPr>
          <p:spPr>
            <a:xfrm>
              <a:off x="8002414" y="4062571"/>
              <a:ext cx="2122695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MX" sz="2800" b="1" dirty="0">
                  <a:latin typeface="Helvetica" pitchFamily="2" charset="0"/>
                </a:rPr>
                <a:t>VALIDATE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70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Zepeda Tello, Rodrigo</dc:creator>
  <cp:lastModifiedBy>Zepeda Tello, Rodrigo</cp:lastModifiedBy>
  <cp:revision>1</cp:revision>
  <dcterms:created xsi:type="dcterms:W3CDTF">2026-08-25T19:42:29Z</dcterms:created>
  <dcterms:modified xsi:type="dcterms:W3CDTF">2026-08-25T20:15:28Z</dcterms:modified>
</cp:coreProperties>
</file>